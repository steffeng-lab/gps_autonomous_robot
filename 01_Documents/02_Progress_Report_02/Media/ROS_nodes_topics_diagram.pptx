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2898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>
        <p:scale>
          <a:sx n="76" d="100"/>
          <a:sy n="76" d="100"/>
        </p:scale>
        <p:origin x="144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74406"/>
            <a:ext cx="9144000" cy="1009203"/>
          </a:xfrm>
        </p:spPr>
        <p:txBody>
          <a:bodyPr anchor="b"/>
          <a:lstStyle>
            <a:lvl1pPr algn="ctr">
              <a:defRPr sz="253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22528"/>
            <a:ext cx="9144000" cy="699866"/>
          </a:xfrm>
        </p:spPr>
        <p:txBody>
          <a:bodyPr/>
          <a:lstStyle>
            <a:lvl1pPr marL="0" indent="0" algn="ctr">
              <a:buNone/>
              <a:defRPr sz="1014"/>
            </a:lvl1pPr>
            <a:lvl2pPr marL="193258" indent="0" algn="ctr">
              <a:buNone/>
              <a:defRPr sz="845"/>
            </a:lvl2pPr>
            <a:lvl3pPr marL="386517" indent="0" algn="ctr">
              <a:buNone/>
              <a:defRPr sz="761"/>
            </a:lvl3pPr>
            <a:lvl4pPr marL="579775" indent="0" algn="ctr">
              <a:buNone/>
              <a:defRPr sz="676"/>
            </a:lvl4pPr>
            <a:lvl5pPr marL="773034" indent="0" algn="ctr">
              <a:buNone/>
              <a:defRPr sz="676"/>
            </a:lvl5pPr>
            <a:lvl6pPr marL="966292" indent="0" algn="ctr">
              <a:buNone/>
              <a:defRPr sz="676"/>
            </a:lvl6pPr>
            <a:lvl7pPr marL="1159551" indent="0" algn="ctr">
              <a:buNone/>
              <a:defRPr sz="676"/>
            </a:lvl7pPr>
            <a:lvl8pPr marL="1352809" indent="0" algn="ctr">
              <a:buNone/>
              <a:defRPr sz="676"/>
            </a:lvl8pPr>
            <a:lvl9pPr marL="1546068" indent="0" algn="ctr">
              <a:buNone/>
              <a:defRPr sz="67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49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9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2681"/>
            <a:ext cx="10515600" cy="1205810"/>
          </a:xfrm>
        </p:spPr>
        <p:txBody>
          <a:bodyPr anchor="b"/>
          <a:lstStyle>
            <a:lvl1pPr>
              <a:defRPr sz="253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939898"/>
            <a:ext cx="10515600" cy="634107"/>
          </a:xfrm>
        </p:spPr>
        <p:txBody>
          <a:bodyPr/>
          <a:lstStyle>
            <a:lvl1pPr marL="0" indent="0">
              <a:buNone/>
              <a:defRPr sz="1014">
                <a:solidFill>
                  <a:schemeClr val="tx1">
                    <a:tint val="82000"/>
                  </a:schemeClr>
                </a:solidFill>
              </a:defRPr>
            </a:lvl1pPr>
            <a:lvl2pPr marL="193258" indent="0">
              <a:buNone/>
              <a:defRPr sz="845">
                <a:solidFill>
                  <a:schemeClr val="tx1">
                    <a:tint val="82000"/>
                  </a:schemeClr>
                </a:solidFill>
              </a:defRPr>
            </a:lvl2pPr>
            <a:lvl3pPr marL="386517" indent="0">
              <a:buNone/>
              <a:defRPr sz="761">
                <a:solidFill>
                  <a:schemeClr val="tx1">
                    <a:tint val="82000"/>
                  </a:schemeClr>
                </a:solidFill>
              </a:defRPr>
            </a:lvl3pPr>
            <a:lvl4pPr marL="579775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4pPr>
            <a:lvl5pPr marL="773034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5pPr>
            <a:lvl6pPr marL="966292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6pPr>
            <a:lvl7pPr marL="1159551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7pPr>
            <a:lvl8pPr marL="1352809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8pPr>
            <a:lvl9pPr marL="1546068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8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71665"/>
            <a:ext cx="5181600" cy="183924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771665"/>
            <a:ext cx="5181600" cy="183924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1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54333"/>
            <a:ext cx="10515600" cy="560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710603"/>
            <a:ext cx="5157787" cy="348255"/>
          </a:xfrm>
        </p:spPr>
        <p:txBody>
          <a:bodyPr anchor="b"/>
          <a:lstStyle>
            <a:lvl1pPr marL="0" indent="0">
              <a:buNone/>
              <a:defRPr sz="1014" b="1"/>
            </a:lvl1pPr>
            <a:lvl2pPr marL="193258" indent="0">
              <a:buNone/>
              <a:defRPr sz="845" b="1"/>
            </a:lvl2pPr>
            <a:lvl3pPr marL="386517" indent="0">
              <a:buNone/>
              <a:defRPr sz="761" b="1"/>
            </a:lvl3pPr>
            <a:lvl4pPr marL="579775" indent="0">
              <a:buNone/>
              <a:defRPr sz="676" b="1"/>
            </a:lvl4pPr>
            <a:lvl5pPr marL="773034" indent="0">
              <a:buNone/>
              <a:defRPr sz="676" b="1"/>
            </a:lvl5pPr>
            <a:lvl6pPr marL="966292" indent="0">
              <a:buNone/>
              <a:defRPr sz="676" b="1"/>
            </a:lvl6pPr>
            <a:lvl7pPr marL="1159551" indent="0">
              <a:buNone/>
              <a:defRPr sz="676" b="1"/>
            </a:lvl7pPr>
            <a:lvl8pPr marL="1352809" indent="0">
              <a:buNone/>
              <a:defRPr sz="676" b="1"/>
            </a:lvl8pPr>
            <a:lvl9pPr marL="1546068" indent="0">
              <a:buNone/>
              <a:defRPr sz="67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058858"/>
            <a:ext cx="5157787" cy="15574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10603"/>
            <a:ext cx="5183188" cy="348255"/>
          </a:xfrm>
        </p:spPr>
        <p:txBody>
          <a:bodyPr anchor="b"/>
          <a:lstStyle>
            <a:lvl1pPr marL="0" indent="0">
              <a:buNone/>
              <a:defRPr sz="1014" b="1"/>
            </a:lvl1pPr>
            <a:lvl2pPr marL="193258" indent="0">
              <a:buNone/>
              <a:defRPr sz="845" b="1"/>
            </a:lvl2pPr>
            <a:lvl3pPr marL="386517" indent="0">
              <a:buNone/>
              <a:defRPr sz="761" b="1"/>
            </a:lvl3pPr>
            <a:lvl4pPr marL="579775" indent="0">
              <a:buNone/>
              <a:defRPr sz="676" b="1"/>
            </a:lvl4pPr>
            <a:lvl5pPr marL="773034" indent="0">
              <a:buNone/>
              <a:defRPr sz="676" b="1"/>
            </a:lvl5pPr>
            <a:lvl6pPr marL="966292" indent="0">
              <a:buNone/>
              <a:defRPr sz="676" b="1"/>
            </a:lvl6pPr>
            <a:lvl7pPr marL="1159551" indent="0">
              <a:buNone/>
              <a:defRPr sz="676" b="1"/>
            </a:lvl7pPr>
            <a:lvl8pPr marL="1352809" indent="0">
              <a:buNone/>
              <a:defRPr sz="676" b="1"/>
            </a:lvl8pPr>
            <a:lvl9pPr marL="1546068" indent="0">
              <a:buNone/>
              <a:defRPr sz="67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058858"/>
            <a:ext cx="5183188" cy="15574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3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3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9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3252"/>
            <a:ext cx="3932237" cy="676381"/>
          </a:xfrm>
        </p:spPr>
        <p:txBody>
          <a:bodyPr anchor="b"/>
          <a:lstStyle>
            <a:lvl1pPr>
              <a:defRPr sz="135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17370"/>
            <a:ext cx="6172200" cy="2060009"/>
          </a:xfrm>
        </p:spPr>
        <p:txBody>
          <a:bodyPr/>
          <a:lstStyle>
            <a:lvl1pPr>
              <a:defRPr sz="1353"/>
            </a:lvl1pPr>
            <a:lvl2pPr>
              <a:defRPr sz="1184"/>
            </a:lvl2pPr>
            <a:lvl3pPr>
              <a:defRPr sz="1014"/>
            </a:lvl3pPr>
            <a:lvl4pPr>
              <a:defRPr sz="845"/>
            </a:lvl4pPr>
            <a:lvl5pPr>
              <a:defRPr sz="845"/>
            </a:lvl5pPr>
            <a:lvl6pPr>
              <a:defRPr sz="845"/>
            </a:lvl6pPr>
            <a:lvl7pPr>
              <a:defRPr sz="845"/>
            </a:lvl7pPr>
            <a:lvl8pPr>
              <a:defRPr sz="845"/>
            </a:lvl8pPr>
            <a:lvl9pPr>
              <a:defRPr sz="84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69632"/>
            <a:ext cx="3932237" cy="1611102"/>
          </a:xfrm>
        </p:spPr>
        <p:txBody>
          <a:bodyPr/>
          <a:lstStyle>
            <a:lvl1pPr marL="0" indent="0">
              <a:buNone/>
              <a:defRPr sz="676"/>
            </a:lvl1pPr>
            <a:lvl2pPr marL="193258" indent="0">
              <a:buNone/>
              <a:defRPr sz="592"/>
            </a:lvl2pPr>
            <a:lvl3pPr marL="386517" indent="0">
              <a:buNone/>
              <a:defRPr sz="507"/>
            </a:lvl3pPr>
            <a:lvl4pPr marL="579775" indent="0">
              <a:buNone/>
              <a:defRPr sz="423"/>
            </a:lvl4pPr>
            <a:lvl5pPr marL="773034" indent="0">
              <a:buNone/>
              <a:defRPr sz="423"/>
            </a:lvl5pPr>
            <a:lvl6pPr marL="966292" indent="0">
              <a:buNone/>
              <a:defRPr sz="423"/>
            </a:lvl6pPr>
            <a:lvl7pPr marL="1159551" indent="0">
              <a:buNone/>
              <a:defRPr sz="423"/>
            </a:lvl7pPr>
            <a:lvl8pPr marL="1352809" indent="0">
              <a:buNone/>
              <a:defRPr sz="423"/>
            </a:lvl8pPr>
            <a:lvl9pPr marL="1546068" indent="0">
              <a:buNone/>
              <a:defRPr sz="42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74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3252"/>
            <a:ext cx="3932237" cy="676381"/>
          </a:xfrm>
        </p:spPr>
        <p:txBody>
          <a:bodyPr anchor="b"/>
          <a:lstStyle>
            <a:lvl1pPr>
              <a:defRPr sz="135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17370"/>
            <a:ext cx="6172200" cy="2060009"/>
          </a:xfrm>
        </p:spPr>
        <p:txBody>
          <a:bodyPr anchor="t"/>
          <a:lstStyle>
            <a:lvl1pPr marL="0" indent="0">
              <a:buNone/>
              <a:defRPr sz="1353"/>
            </a:lvl1pPr>
            <a:lvl2pPr marL="193258" indent="0">
              <a:buNone/>
              <a:defRPr sz="1184"/>
            </a:lvl2pPr>
            <a:lvl3pPr marL="386517" indent="0">
              <a:buNone/>
              <a:defRPr sz="1014"/>
            </a:lvl3pPr>
            <a:lvl4pPr marL="579775" indent="0">
              <a:buNone/>
              <a:defRPr sz="845"/>
            </a:lvl4pPr>
            <a:lvl5pPr marL="773034" indent="0">
              <a:buNone/>
              <a:defRPr sz="845"/>
            </a:lvl5pPr>
            <a:lvl6pPr marL="966292" indent="0">
              <a:buNone/>
              <a:defRPr sz="845"/>
            </a:lvl6pPr>
            <a:lvl7pPr marL="1159551" indent="0">
              <a:buNone/>
              <a:defRPr sz="845"/>
            </a:lvl7pPr>
            <a:lvl8pPr marL="1352809" indent="0">
              <a:buNone/>
              <a:defRPr sz="845"/>
            </a:lvl8pPr>
            <a:lvl9pPr marL="1546068" indent="0">
              <a:buNone/>
              <a:defRPr sz="84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69632"/>
            <a:ext cx="3932237" cy="1611102"/>
          </a:xfrm>
        </p:spPr>
        <p:txBody>
          <a:bodyPr/>
          <a:lstStyle>
            <a:lvl1pPr marL="0" indent="0">
              <a:buNone/>
              <a:defRPr sz="676"/>
            </a:lvl1pPr>
            <a:lvl2pPr marL="193258" indent="0">
              <a:buNone/>
              <a:defRPr sz="592"/>
            </a:lvl2pPr>
            <a:lvl3pPr marL="386517" indent="0">
              <a:buNone/>
              <a:defRPr sz="507"/>
            </a:lvl3pPr>
            <a:lvl4pPr marL="579775" indent="0">
              <a:buNone/>
              <a:defRPr sz="423"/>
            </a:lvl4pPr>
            <a:lvl5pPr marL="773034" indent="0">
              <a:buNone/>
              <a:defRPr sz="423"/>
            </a:lvl5pPr>
            <a:lvl6pPr marL="966292" indent="0">
              <a:buNone/>
              <a:defRPr sz="423"/>
            </a:lvl6pPr>
            <a:lvl7pPr marL="1159551" indent="0">
              <a:buNone/>
              <a:defRPr sz="423"/>
            </a:lvl7pPr>
            <a:lvl8pPr marL="1352809" indent="0">
              <a:buNone/>
              <a:defRPr sz="423"/>
            </a:lvl8pPr>
            <a:lvl9pPr marL="1546068" indent="0">
              <a:buNone/>
              <a:defRPr sz="42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6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29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54333"/>
            <a:ext cx="2628900" cy="245657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54333"/>
            <a:ext cx="7734300" cy="245657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1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54333"/>
            <a:ext cx="10515600" cy="560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71665"/>
            <a:ext cx="10515600" cy="1839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686735"/>
            <a:ext cx="2743200" cy="154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B5347-89E2-4892-9A53-CCA33563A148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686735"/>
            <a:ext cx="4114800" cy="154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686735"/>
            <a:ext cx="2743200" cy="154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B8D9-1945-4E17-BCF2-3633509B924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1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6517" rtl="0" eaLnBrk="1" latinLnBrk="0" hangingPunct="1">
        <a:lnSpc>
          <a:spcPct val="90000"/>
        </a:lnSpc>
        <a:spcBef>
          <a:spcPct val="0"/>
        </a:spcBef>
        <a:buNone/>
        <a:defRPr sz="1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629" indent="-96629" algn="l" defTabSz="386517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184" kern="1200">
          <a:solidFill>
            <a:schemeClr val="tx1"/>
          </a:solidFill>
          <a:latin typeface="+mn-lt"/>
          <a:ea typeface="+mn-ea"/>
          <a:cs typeface="+mn-cs"/>
        </a:defRPr>
      </a:lvl1pPr>
      <a:lvl2pPr marL="289888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4" kern="1200">
          <a:solidFill>
            <a:schemeClr val="tx1"/>
          </a:solidFill>
          <a:latin typeface="+mn-lt"/>
          <a:ea typeface="+mn-ea"/>
          <a:cs typeface="+mn-cs"/>
        </a:defRPr>
      </a:lvl2pPr>
      <a:lvl3pPr marL="483146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6405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4pPr>
      <a:lvl5pPr marL="869663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5pPr>
      <a:lvl6pPr marL="1062921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256180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449438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642697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6517" rtl="0" eaLnBrk="1" latinLnBrk="0" hangingPunct="1">
        <a:defRPr sz="761" kern="1200">
          <a:solidFill>
            <a:schemeClr val="tx1"/>
          </a:solidFill>
          <a:latin typeface="+mn-lt"/>
          <a:ea typeface="+mn-ea"/>
          <a:cs typeface="+mn-cs"/>
        </a:defRPr>
      </a:lvl1pPr>
      <a:lvl2pPr marL="193258" algn="l" defTabSz="386517" rtl="0" eaLnBrk="1" latinLnBrk="0" hangingPunct="1">
        <a:defRPr sz="761" kern="1200">
          <a:solidFill>
            <a:schemeClr val="tx1"/>
          </a:solidFill>
          <a:latin typeface="+mn-lt"/>
          <a:ea typeface="+mn-ea"/>
          <a:cs typeface="+mn-cs"/>
        </a:defRPr>
      </a:lvl2pPr>
      <a:lvl3pPr marL="386517" algn="l" defTabSz="386517" rtl="0" eaLnBrk="1" latinLnBrk="0" hangingPunct="1">
        <a:defRPr sz="761" kern="1200">
          <a:solidFill>
            <a:schemeClr val="tx1"/>
          </a:solidFill>
          <a:latin typeface="+mn-lt"/>
          <a:ea typeface="+mn-ea"/>
          <a:cs typeface="+mn-cs"/>
        </a:defRPr>
      </a:lvl3pPr>
      <a:lvl4pPr marL="579775" algn="l" defTabSz="386517" rtl="0" eaLnBrk="1" latinLnBrk="0" hangingPunct="1">
        <a:defRPr sz="761" kern="1200">
          <a:solidFill>
            <a:schemeClr val="tx1"/>
          </a:solidFill>
          <a:latin typeface="+mn-lt"/>
          <a:ea typeface="+mn-ea"/>
          <a:cs typeface="+mn-cs"/>
        </a:defRPr>
      </a:lvl4pPr>
      <a:lvl5pPr marL="773034" algn="l" defTabSz="386517" rtl="0" eaLnBrk="1" latinLnBrk="0" hangingPunct="1">
        <a:defRPr sz="761" kern="1200">
          <a:solidFill>
            <a:schemeClr val="tx1"/>
          </a:solidFill>
          <a:latin typeface="+mn-lt"/>
          <a:ea typeface="+mn-ea"/>
          <a:cs typeface="+mn-cs"/>
        </a:defRPr>
      </a:lvl5pPr>
      <a:lvl6pPr marL="966292" algn="l" defTabSz="386517" rtl="0" eaLnBrk="1" latinLnBrk="0" hangingPunct="1"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9551" algn="l" defTabSz="386517" rtl="0" eaLnBrk="1" latinLnBrk="0" hangingPunct="1"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52809" algn="l" defTabSz="386517" rtl="0" eaLnBrk="1" latinLnBrk="0" hangingPunct="1"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46068" algn="l" defTabSz="386517" rtl="0" eaLnBrk="1" latinLnBrk="0" hangingPunct="1"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DF11CB6-32F2-8F0B-B147-8EEDD32AFA8F}"/>
              </a:ext>
            </a:extLst>
          </p:cNvPr>
          <p:cNvSpPr/>
          <p:nvPr/>
        </p:nvSpPr>
        <p:spPr>
          <a:xfrm>
            <a:off x="1744910" y="373499"/>
            <a:ext cx="2088858" cy="91859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 Publisher Node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CE89A87-CFD6-DE67-C775-DB055E37F031}"/>
              </a:ext>
            </a:extLst>
          </p:cNvPr>
          <p:cNvSpPr/>
          <p:nvPr/>
        </p:nvSpPr>
        <p:spPr>
          <a:xfrm>
            <a:off x="1744910" y="1659112"/>
            <a:ext cx="2088858" cy="91859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Publisher Node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CE4DE26-EF24-D457-4E9A-B9F9603E797A}"/>
              </a:ext>
            </a:extLst>
          </p:cNvPr>
          <p:cNvSpPr/>
          <p:nvPr/>
        </p:nvSpPr>
        <p:spPr>
          <a:xfrm>
            <a:off x="8196045" y="1050910"/>
            <a:ext cx="2088858" cy="9185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Controller Node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458B27B-5D17-F54E-392C-F0132624A3FB}"/>
              </a:ext>
            </a:extLst>
          </p:cNvPr>
          <p:cNvSpPr/>
          <p:nvPr/>
        </p:nvSpPr>
        <p:spPr>
          <a:xfrm>
            <a:off x="5219351" y="1050910"/>
            <a:ext cx="2088858" cy="9185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Fusing Node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B9A4417-DE95-E0E5-1F13-52852AAD7127}"/>
              </a:ext>
            </a:extLst>
          </p:cNvPr>
          <p:cNvSpPr/>
          <p:nvPr/>
        </p:nvSpPr>
        <p:spPr>
          <a:xfrm>
            <a:off x="218462" y="613634"/>
            <a:ext cx="706772" cy="43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6E91068-ADA6-F28D-71B2-A41416F17B4F}"/>
              </a:ext>
            </a:extLst>
          </p:cNvPr>
          <p:cNvSpPr/>
          <p:nvPr/>
        </p:nvSpPr>
        <p:spPr>
          <a:xfrm>
            <a:off x="218462" y="1899247"/>
            <a:ext cx="706772" cy="43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5B6C52A-5F28-52FE-B595-F11AFA631E68}"/>
              </a:ext>
            </a:extLst>
          </p:cNvPr>
          <p:cNvCxnSpPr>
            <a:stCxn id="8" idx="3"/>
            <a:endCxn id="4" idx="1"/>
          </p:cNvCxnSpPr>
          <p:nvPr/>
        </p:nvCxnSpPr>
        <p:spPr>
          <a:xfrm>
            <a:off x="925234" y="832796"/>
            <a:ext cx="8196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F0B317DC-FADB-FC38-A59D-BED05EC03683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>
            <a:off x="925234" y="2118409"/>
            <a:ext cx="8196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998156C3-8DF7-A9E3-4551-E10208AE526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833769" y="832796"/>
            <a:ext cx="1385583" cy="49505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FA520447-3E8E-0EBE-8E0B-D4D301DF4670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833769" y="1694873"/>
            <a:ext cx="1385583" cy="42353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08F3713-ABA5-280E-160F-7AA928779292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7308209" y="1510207"/>
            <a:ext cx="887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D9CF15E6-B306-ACAD-1156-A88BC5A63963}"/>
              </a:ext>
            </a:extLst>
          </p:cNvPr>
          <p:cNvSpPr/>
          <p:nvPr/>
        </p:nvSpPr>
        <p:spPr>
          <a:xfrm>
            <a:off x="11172739" y="1291044"/>
            <a:ext cx="821772" cy="43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VESC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18D39765-5C40-6155-01E6-36351E1076F9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 flipV="1">
            <a:off x="10284903" y="1510207"/>
            <a:ext cx="8878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E1E01B6A-F6CA-AA07-A117-868A4F252188}"/>
              </a:ext>
            </a:extLst>
          </p:cNvPr>
          <p:cNvSpPr txBox="1"/>
          <p:nvPr/>
        </p:nvSpPr>
        <p:spPr>
          <a:xfrm>
            <a:off x="931178" y="522404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&lt;I2C&gt;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D9B7387-2341-9C42-87F3-29EC054BA9A2}"/>
              </a:ext>
            </a:extLst>
          </p:cNvPr>
          <p:cNvSpPr txBox="1"/>
          <p:nvPr/>
        </p:nvSpPr>
        <p:spPr>
          <a:xfrm>
            <a:off x="874901" y="1780971"/>
            <a:ext cx="88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&lt;USB/Serial&gt;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ADA46BD-D30F-D0CA-5C98-4185ACF66DC8}"/>
              </a:ext>
            </a:extLst>
          </p:cNvPr>
          <p:cNvSpPr txBox="1"/>
          <p:nvPr/>
        </p:nvSpPr>
        <p:spPr>
          <a:xfrm>
            <a:off x="3917658" y="49922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/imu/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data_raw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0B53A5E-6C5D-CA86-2AFA-0F7F85D6C2DB}"/>
              </a:ext>
            </a:extLst>
          </p:cNvPr>
          <p:cNvSpPr txBox="1"/>
          <p:nvPr/>
        </p:nvSpPr>
        <p:spPr>
          <a:xfrm>
            <a:off x="3917658" y="2118409"/>
            <a:ext cx="905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/fix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03CDF398-6DDA-F823-A21E-B247BF3108B0}"/>
              </a:ext>
            </a:extLst>
          </p:cNvPr>
          <p:cNvSpPr txBox="1"/>
          <p:nvPr/>
        </p:nvSpPr>
        <p:spPr>
          <a:xfrm>
            <a:off x="7291542" y="1187042"/>
            <a:ext cx="808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motor-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DB046308-8C3E-0DB9-1769-414135E82832}"/>
              </a:ext>
            </a:extLst>
          </p:cNvPr>
          <p:cNvSpPr txBox="1"/>
          <p:nvPr/>
        </p:nvSpPr>
        <p:spPr>
          <a:xfrm>
            <a:off x="10199381" y="1167949"/>
            <a:ext cx="1058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&lt;UART&gt;</a:t>
            </a:r>
          </a:p>
        </p:txBody>
      </p:sp>
    </p:spTree>
    <p:extLst>
      <p:ext uri="{BB962C8B-B14F-4D97-AF65-F5344CB8AC3E}">
        <p14:creationId xmlns:p14="http://schemas.microsoft.com/office/powerpoint/2010/main" val="1900263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</Words>
  <Application>Microsoft Office PowerPoint</Application>
  <PresentationFormat>Benutzerdefiniert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Steffen Ullmann</dc:creator>
  <cp:lastModifiedBy>Steffen Ullmann</cp:lastModifiedBy>
  <cp:revision>1</cp:revision>
  <dcterms:created xsi:type="dcterms:W3CDTF">2026-06-06T01:11:28Z</dcterms:created>
  <dcterms:modified xsi:type="dcterms:W3CDTF">2026-06-06T01:12:19Z</dcterms:modified>
</cp:coreProperties>
</file>